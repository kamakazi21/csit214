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91B24-E9C6-1043-A01B-1A41BE693BEA}" v="1" dt="2020-08-28T11:45:31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Tibben" userId="a6cd39b1-7ac1-494c-b07e-8f1a13b729bc" providerId="ADAL" clId="{A9791B24-E9C6-1043-A01B-1A41BE693BEA}"/>
    <pc:docChg chg="modSld sldOrd">
      <pc:chgData name="William Tibben" userId="a6cd39b1-7ac1-494c-b07e-8f1a13b729bc" providerId="ADAL" clId="{A9791B24-E9C6-1043-A01B-1A41BE693BEA}" dt="2020-08-28T11:45:31.517" v="20"/>
      <pc:docMkLst>
        <pc:docMk/>
      </pc:docMkLst>
      <pc:sldChg chg="ord">
        <pc:chgData name="William Tibben" userId="a6cd39b1-7ac1-494c-b07e-8f1a13b729bc" providerId="ADAL" clId="{A9791B24-E9C6-1043-A01B-1A41BE693BEA}" dt="2020-08-28T11:45:31.517" v="20"/>
        <pc:sldMkLst>
          <pc:docMk/>
          <pc:sldMk cId="3823378216" sldId="256"/>
        </pc:sldMkLst>
      </pc:sldChg>
      <pc:sldChg chg="modSp mod">
        <pc:chgData name="William Tibben" userId="a6cd39b1-7ac1-494c-b07e-8f1a13b729bc" providerId="ADAL" clId="{A9791B24-E9C6-1043-A01B-1A41BE693BEA}" dt="2020-08-28T11:44:39.598" v="19" actId="1037"/>
        <pc:sldMkLst>
          <pc:docMk/>
          <pc:sldMk cId="3871335857" sldId="257"/>
        </pc:sldMkLst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3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4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5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6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7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8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9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0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1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2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3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4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5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6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6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66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67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68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69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7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7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7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73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74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75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90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91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192" creationId="{00000000-0000-0000-0000-000000000000}"/>
          </ac:spMkLst>
        </pc:spChg>
        <pc:spChg chg="mod">
          <ac:chgData name="William Tibben" userId="a6cd39b1-7ac1-494c-b07e-8f1a13b729bc" providerId="ADAL" clId="{A9791B24-E9C6-1043-A01B-1A41BE693BEA}" dt="2020-08-28T11:44:39.598" v="19" actId="1037"/>
          <ac:spMkLst>
            <pc:docMk/>
            <pc:sldMk cId="3871335857" sldId="257"/>
            <ac:spMk id="205" creationId="{00000000-0000-0000-0000-000000000000}"/>
          </ac:spMkLst>
        </pc:sp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5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35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48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63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77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90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04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19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33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60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62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76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78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80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82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85" creationId="{00000000-0000-0000-0000-000000000000}"/>
          </ac:cxnSpMkLst>
        </pc:cxnChg>
        <pc:cxnChg chg="mod">
          <ac:chgData name="William Tibben" userId="a6cd39b1-7ac1-494c-b07e-8f1a13b729bc" providerId="ADAL" clId="{A9791B24-E9C6-1043-A01B-1A41BE693BEA}" dt="2020-08-28T11:44:39.598" v="19" actId="1037"/>
          <ac:cxnSpMkLst>
            <pc:docMk/>
            <pc:sldMk cId="3871335857" sldId="257"/>
            <ac:cxnSpMk id="187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34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66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001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75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95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83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78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68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68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31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087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E1452-4204-455C-AB6B-26F301802510}" type="datetimeFigureOut">
              <a:rPr lang="en-AU" smtClean="0"/>
              <a:t>28/8/20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B8693-1E93-45E5-BBE7-B939CB6E71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02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6116" y="208261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5467" y="206270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2286277" y="206269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291577" y="206269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1405" y="269615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7516" y="269615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278326" y="269614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1762817" y="206269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4866" y="269614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3626" y="269614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338822" y="2473504"/>
            <a:ext cx="127221" cy="12855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/>
          <p:cNvCxnSpPr>
            <a:endCxn id="16" idx="1"/>
          </p:cNvCxnSpPr>
          <p:nvPr/>
        </p:nvCxnSpPr>
        <p:spPr>
          <a:xfrm>
            <a:off x="471346" y="2537780"/>
            <a:ext cx="760060" cy="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31406" y="2062696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1757514" y="2379419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93" y="2696142"/>
            <a:ext cx="643677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7561" y="205508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73672" y="205508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4294482" y="205507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4299782" y="205507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39610" y="268853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65721" y="268853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4286531" y="268852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3771022" y="205507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63071" y="268852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1831" y="268852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9611" y="2055076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3765719" y="2371799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5" name="Straight Connector 34"/>
          <p:cNvCxnSpPr>
            <a:endCxn id="33" idx="1"/>
          </p:cNvCxnSpPr>
          <p:nvPr/>
        </p:nvCxnSpPr>
        <p:spPr>
          <a:xfrm flipV="1">
            <a:off x="2788866" y="2530165"/>
            <a:ext cx="450745" cy="76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1532" y="346755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07643" y="346755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6528453" y="346755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6533753" y="346031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73581" y="410100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99692" y="410100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6520502" y="410100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6004993" y="346755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97042" y="410100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25802" y="4101005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73582" y="3467555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Rectangle 46"/>
          <p:cNvSpPr/>
          <p:nvPr/>
        </p:nvSpPr>
        <p:spPr>
          <a:xfrm>
            <a:off x="5999690" y="3784278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8" name="Straight Connector 47"/>
          <p:cNvCxnSpPr>
            <a:endCxn id="46" idx="1"/>
          </p:cNvCxnSpPr>
          <p:nvPr/>
        </p:nvCxnSpPr>
        <p:spPr>
          <a:xfrm>
            <a:off x="4782181" y="2518235"/>
            <a:ext cx="691401" cy="14244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255512" y="14246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81623" y="14246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ectangle 52"/>
          <p:cNvSpPr/>
          <p:nvPr/>
        </p:nvSpPr>
        <p:spPr>
          <a:xfrm>
            <a:off x="4302433" y="14245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Rectangle 53"/>
          <p:cNvSpPr/>
          <p:nvPr/>
        </p:nvSpPr>
        <p:spPr>
          <a:xfrm>
            <a:off x="4307733" y="14245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7561" y="77591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73672" y="77591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4294482" y="77590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Rectangle 57"/>
          <p:cNvSpPr/>
          <p:nvPr/>
        </p:nvSpPr>
        <p:spPr>
          <a:xfrm>
            <a:off x="3778973" y="14245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71022" y="77590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9782" y="77590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47562" y="142456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ectangle 61"/>
          <p:cNvSpPr/>
          <p:nvPr/>
        </p:nvSpPr>
        <p:spPr>
          <a:xfrm>
            <a:off x="3786923" y="459179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3" name="Straight Connector 62"/>
          <p:cNvCxnSpPr>
            <a:stCxn id="16" idx="3"/>
            <a:endCxn id="61" idx="1"/>
          </p:cNvCxnSpPr>
          <p:nvPr/>
        </p:nvCxnSpPr>
        <p:spPr>
          <a:xfrm flipV="1">
            <a:off x="2804437" y="617545"/>
            <a:ext cx="443125" cy="1920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571705" y="14246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7816" y="14246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Rectangle 66"/>
          <p:cNvSpPr/>
          <p:nvPr/>
        </p:nvSpPr>
        <p:spPr>
          <a:xfrm>
            <a:off x="6618626" y="14245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8" name="Rectangle 67"/>
          <p:cNvSpPr/>
          <p:nvPr/>
        </p:nvSpPr>
        <p:spPr>
          <a:xfrm>
            <a:off x="6623926" y="14245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63754" y="77591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9865" y="77591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/>
          <p:cNvSpPr/>
          <p:nvPr/>
        </p:nvSpPr>
        <p:spPr>
          <a:xfrm>
            <a:off x="6610675" y="77590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2" name="Rectangle 71"/>
          <p:cNvSpPr/>
          <p:nvPr/>
        </p:nvSpPr>
        <p:spPr>
          <a:xfrm>
            <a:off x="6095166" y="14245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7215" y="77590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15975" y="77590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63755" y="142456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6" name="Rectangle 75"/>
          <p:cNvSpPr/>
          <p:nvPr/>
        </p:nvSpPr>
        <p:spPr>
          <a:xfrm>
            <a:off x="6103116" y="459179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7" name="Straight Connector 76"/>
          <p:cNvCxnSpPr/>
          <p:nvPr/>
        </p:nvCxnSpPr>
        <p:spPr>
          <a:xfrm>
            <a:off x="4808354" y="621841"/>
            <a:ext cx="760060" cy="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5520440" y="205508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46551" y="205508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Rectangle 79"/>
          <p:cNvSpPr/>
          <p:nvPr/>
        </p:nvSpPr>
        <p:spPr>
          <a:xfrm>
            <a:off x="6567361" y="205507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1" name="Rectangle 80"/>
          <p:cNvSpPr/>
          <p:nvPr/>
        </p:nvSpPr>
        <p:spPr>
          <a:xfrm>
            <a:off x="6572661" y="205507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12489" y="268853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38600" y="268853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Rectangle 83"/>
          <p:cNvSpPr/>
          <p:nvPr/>
        </p:nvSpPr>
        <p:spPr>
          <a:xfrm>
            <a:off x="6559410" y="268852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5" name="Rectangle 84"/>
          <p:cNvSpPr/>
          <p:nvPr/>
        </p:nvSpPr>
        <p:spPr>
          <a:xfrm>
            <a:off x="6043901" y="205507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35950" y="268852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64710" y="268852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512490" y="2055076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9" name="Rectangle 88"/>
          <p:cNvSpPr/>
          <p:nvPr/>
        </p:nvSpPr>
        <p:spPr>
          <a:xfrm>
            <a:off x="6051851" y="2371799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0" name="Straight Connector 89"/>
          <p:cNvCxnSpPr>
            <a:endCxn id="88" idx="1"/>
          </p:cNvCxnSpPr>
          <p:nvPr/>
        </p:nvCxnSpPr>
        <p:spPr>
          <a:xfrm>
            <a:off x="4802765" y="2525498"/>
            <a:ext cx="709725" cy="466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5229079" y="4674345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755190" y="4674345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4" name="Rectangle 93"/>
          <p:cNvSpPr/>
          <p:nvPr/>
        </p:nvSpPr>
        <p:spPr>
          <a:xfrm>
            <a:off x="6276000" y="4674344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5" name="Rectangle 94"/>
          <p:cNvSpPr/>
          <p:nvPr/>
        </p:nvSpPr>
        <p:spPr>
          <a:xfrm>
            <a:off x="6281300" y="467434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21128" y="5307795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47239" y="5307795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8" name="Rectangle 97"/>
          <p:cNvSpPr/>
          <p:nvPr/>
        </p:nvSpPr>
        <p:spPr>
          <a:xfrm>
            <a:off x="6268049" y="5307794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9" name="Rectangle 98"/>
          <p:cNvSpPr/>
          <p:nvPr/>
        </p:nvSpPr>
        <p:spPr>
          <a:xfrm>
            <a:off x="5752540" y="4674343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744589" y="5307793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3349" y="530779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21129" y="4674341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3" name="Rectangle 102"/>
          <p:cNvSpPr/>
          <p:nvPr/>
        </p:nvSpPr>
        <p:spPr>
          <a:xfrm>
            <a:off x="5747237" y="4991064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04" name="Straight Connector 103"/>
          <p:cNvCxnSpPr>
            <a:endCxn id="102" idx="1"/>
          </p:cNvCxnSpPr>
          <p:nvPr/>
        </p:nvCxnSpPr>
        <p:spPr>
          <a:xfrm>
            <a:off x="4826256" y="2586965"/>
            <a:ext cx="394873" cy="256246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7202659" y="467434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728770" y="467434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9" name="Rectangle 108"/>
          <p:cNvSpPr/>
          <p:nvPr/>
        </p:nvSpPr>
        <p:spPr>
          <a:xfrm>
            <a:off x="8249580" y="467434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0" name="Rectangle 109"/>
          <p:cNvSpPr/>
          <p:nvPr/>
        </p:nvSpPr>
        <p:spPr>
          <a:xfrm>
            <a:off x="8254880" y="467433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194708" y="530779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20819" y="530779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Rectangle 112"/>
          <p:cNvSpPr/>
          <p:nvPr/>
        </p:nvSpPr>
        <p:spPr>
          <a:xfrm>
            <a:off x="8241629" y="530779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Rectangle 113"/>
          <p:cNvSpPr/>
          <p:nvPr/>
        </p:nvSpPr>
        <p:spPr>
          <a:xfrm>
            <a:off x="7726120" y="467433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18169" y="530778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246929" y="530778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194709" y="4674337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8" name="Rectangle 117"/>
          <p:cNvSpPr/>
          <p:nvPr/>
        </p:nvSpPr>
        <p:spPr>
          <a:xfrm>
            <a:off x="7720817" y="4991060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119" name="Straight Connector 118"/>
          <p:cNvCxnSpPr>
            <a:endCxn id="117" idx="1"/>
          </p:cNvCxnSpPr>
          <p:nvPr/>
        </p:nvCxnSpPr>
        <p:spPr>
          <a:xfrm flipV="1">
            <a:off x="6798604" y="5149426"/>
            <a:ext cx="396105" cy="223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7718168" y="346802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44279" y="346802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3" name="Rectangle 122"/>
          <p:cNvSpPr/>
          <p:nvPr/>
        </p:nvSpPr>
        <p:spPr>
          <a:xfrm>
            <a:off x="8765089" y="346802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4" name="Rectangle 123"/>
          <p:cNvSpPr/>
          <p:nvPr/>
        </p:nvSpPr>
        <p:spPr>
          <a:xfrm>
            <a:off x="8770389" y="346801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10217" y="410147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236328" y="410147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7" name="Rectangle 126"/>
          <p:cNvSpPr/>
          <p:nvPr/>
        </p:nvSpPr>
        <p:spPr>
          <a:xfrm>
            <a:off x="8757138" y="410147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8" name="Rectangle 127"/>
          <p:cNvSpPr/>
          <p:nvPr/>
        </p:nvSpPr>
        <p:spPr>
          <a:xfrm>
            <a:off x="8241629" y="346802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33678" y="410147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762438" y="410146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710218" y="3468018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2" name="Rectangle 131"/>
          <p:cNvSpPr/>
          <p:nvPr/>
        </p:nvSpPr>
        <p:spPr>
          <a:xfrm>
            <a:off x="8236326" y="3784741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133" name="Straight Connector 132"/>
          <p:cNvCxnSpPr>
            <a:endCxn id="131" idx="1"/>
          </p:cNvCxnSpPr>
          <p:nvPr/>
        </p:nvCxnSpPr>
        <p:spPr>
          <a:xfrm>
            <a:off x="7030179" y="3935639"/>
            <a:ext cx="680039" cy="746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7745406" y="580318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271517" y="580318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7" name="Rectangle 136"/>
          <p:cNvSpPr/>
          <p:nvPr/>
        </p:nvSpPr>
        <p:spPr>
          <a:xfrm>
            <a:off x="8792327" y="580318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8" name="Rectangle 137"/>
          <p:cNvSpPr/>
          <p:nvPr/>
        </p:nvSpPr>
        <p:spPr>
          <a:xfrm>
            <a:off x="8797627" y="5803184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737455" y="643663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263566" y="643663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1" name="Rectangle 140"/>
          <p:cNvSpPr/>
          <p:nvPr/>
        </p:nvSpPr>
        <p:spPr>
          <a:xfrm>
            <a:off x="8784376" y="643663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2" name="Rectangle 141"/>
          <p:cNvSpPr/>
          <p:nvPr/>
        </p:nvSpPr>
        <p:spPr>
          <a:xfrm>
            <a:off x="8268867" y="580318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60916" y="643663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789676" y="6436634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737456" y="5803184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6" name="Rectangle 145"/>
          <p:cNvSpPr/>
          <p:nvPr/>
        </p:nvSpPr>
        <p:spPr>
          <a:xfrm>
            <a:off x="8263564" y="6119907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26620" y="110888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052731" y="110888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0" name="Rectangle 149"/>
          <p:cNvSpPr/>
          <p:nvPr/>
        </p:nvSpPr>
        <p:spPr>
          <a:xfrm>
            <a:off x="9573541" y="110888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1" name="Rectangle 150"/>
          <p:cNvSpPr/>
          <p:nvPr/>
        </p:nvSpPr>
        <p:spPr>
          <a:xfrm>
            <a:off x="9578841" y="110887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518669" y="174233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044780" y="1742332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4" name="Rectangle 153"/>
          <p:cNvSpPr/>
          <p:nvPr/>
        </p:nvSpPr>
        <p:spPr>
          <a:xfrm>
            <a:off x="9565590" y="1742331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5" name="Rectangle 154"/>
          <p:cNvSpPr/>
          <p:nvPr/>
        </p:nvSpPr>
        <p:spPr>
          <a:xfrm>
            <a:off x="9050081" y="110888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042130" y="174233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570890" y="174232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518670" y="1108878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9" name="Rectangle 158"/>
          <p:cNvSpPr/>
          <p:nvPr/>
        </p:nvSpPr>
        <p:spPr>
          <a:xfrm>
            <a:off x="9044778" y="1425601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160" name="Straight Connector 159"/>
          <p:cNvCxnSpPr>
            <a:stCxn id="75" idx="3"/>
            <a:endCxn id="158" idx="1"/>
          </p:cNvCxnSpPr>
          <p:nvPr/>
        </p:nvCxnSpPr>
        <p:spPr>
          <a:xfrm>
            <a:off x="7136786" y="617545"/>
            <a:ext cx="1381884" cy="96642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stCxn id="88" idx="3"/>
            <a:endCxn id="158" idx="1"/>
          </p:cNvCxnSpPr>
          <p:nvPr/>
        </p:nvCxnSpPr>
        <p:spPr>
          <a:xfrm flipV="1">
            <a:off x="7085521" y="1583967"/>
            <a:ext cx="1433149" cy="9461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9809357" y="404088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335468" y="404088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6" name="Rectangle 165"/>
          <p:cNvSpPr/>
          <p:nvPr/>
        </p:nvSpPr>
        <p:spPr>
          <a:xfrm>
            <a:off x="10856278" y="404088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7" name="Rectangle 166"/>
          <p:cNvSpPr/>
          <p:nvPr/>
        </p:nvSpPr>
        <p:spPr>
          <a:xfrm>
            <a:off x="10861578" y="4040883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31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801406" y="467433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327517" y="4674337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0" name="Rectangle 169"/>
          <p:cNvSpPr/>
          <p:nvPr/>
        </p:nvSpPr>
        <p:spPr>
          <a:xfrm>
            <a:off x="10848327" y="467433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1" name="Rectangle 170"/>
          <p:cNvSpPr/>
          <p:nvPr/>
        </p:nvSpPr>
        <p:spPr>
          <a:xfrm>
            <a:off x="10332818" y="4040885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324867" y="4674335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853627" y="4674333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801407" y="4040883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5" name="Rectangle 174"/>
          <p:cNvSpPr/>
          <p:nvPr/>
        </p:nvSpPr>
        <p:spPr>
          <a:xfrm>
            <a:off x="10327515" y="4357606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176" name="Straight Connector 175"/>
          <p:cNvCxnSpPr>
            <a:endCxn id="174" idx="1"/>
          </p:cNvCxnSpPr>
          <p:nvPr/>
        </p:nvCxnSpPr>
        <p:spPr>
          <a:xfrm>
            <a:off x="9299419" y="3906320"/>
            <a:ext cx="501988" cy="60965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endCxn id="174" idx="1"/>
          </p:cNvCxnSpPr>
          <p:nvPr/>
        </p:nvCxnSpPr>
        <p:spPr>
          <a:xfrm flipV="1">
            <a:off x="8774680" y="4515972"/>
            <a:ext cx="1026727" cy="5891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endCxn id="145" idx="1"/>
          </p:cNvCxnSpPr>
          <p:nvPr/>
        </p:nvCxnSpPr>
        <p:spPr>
          <a:xfrm>
            <a:off x="6810055" y="5221103"/>
            <a:ext cx="927401" cy="10571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74" idx="3"/>
          </p:cNvCxnSpPr>
          <p:nvPr/>
        </p:nvCxnSpPr>
        <p:spPr>
          <a:xfrm flipV="1">
            <a:off x="11374438" y="4515967"/>
            <a:ext cx="302662" cy="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flipV="1">
            <a:off x="9310485" y="5088834"/>
            <a:ext cx="2305655" cy="11951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158" idx="3"/>
          </p:cNvCxnSpPr>
          <p:nvPr/>
        </p:nvCxnSpPr>
        <p:spPr>
          <a:xfrm>
            <a:off x="10091701" y="1583967"/>
            <a:ext cx="1549325" cy="237773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117026" y="207759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1497613" y="3698495"/>
            <a:ext cx="526111" cy="1634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FIN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12968" y="4441426"/>
            <a:ext cx="1765358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A + B + F + K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81267" y="539643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87133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02796" y="250466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8907" y="250466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549717" y="250465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2555017" y="250465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4845" y="313811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0956" y="3138110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2541766" y="3138109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026257" y="250465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8306" y="3138108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7066" y="3138106"/>
            <a:ext cx="526111" cy="316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0" name="Oval 19"/>
          <p:cNvSpPr/>
          <p:nvPr/>
        </p:nvSpPr>
        <p:spPr>
          <a:xfrm>
            <a:off x="445273" y="2821383"/>
            <a:ext cx="127221" cy="12855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4" name="Straight Connector 133"/>
          <p:cNvCxnSpPr/>
          <p:nvPr/>
        </p:nvCxnSpPr>
        <p:spPr>
          <a:xfrm>
            <a:off x="731520" y="1321218"/>
            <a:ext cx="1371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494846" y="2504656"/>
            <a:ext cx="1573031" cy="9501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5" name="Rectangle 134"/>
          <p:cNvSpPr/>
          <p:nvPr/>
        </p:nvSpPr>
        <p:spPr>
          <a:xfrm>
            <a:off x="2020954" y="2821379"/>
            <a:ext cx="526111" cy="316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2337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4F1AAEDA5E354A9633C1968F90D6DC" ma:contentTypeVersion="13" ma:contentTypeDescription="Create a new document." ma:contentTypeScope="" ma:versionID="8860387a90f2a02e86d16530b2e47f4a">
  <xsd:schema xmlns:xsd="http://www.w3.org/2001/XMLSchema" xmlns:xs="http://www.w3.org/2001/XMLSchema" xmlns:p="http://schemas.microsoft.com/office/2006/metadata/properties" xmlns:ns3="68e0659b-6bb0-453c-822e-20225449e76f" xmlns:ns4="96c08b12-d52c-4a56-8a1c-1a1e5c879a13" targetNamespace="http://schemas.microsoft.com/office/2006/metadata/properties" ma:root="true" ma:fieldsID="7a6bfd56a759d4f84d41a8fcd56f7140" ns3:_="" ns4:_="">
    <xsd:import namespace="68e0659b-6bb0-453c-822e-20225449e76f"/>
    <xsd:import namespace="96c08b12-d52c-4a56-8a1c-1a1e5c879a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e0659b-6bb0-453c-822e-20225449e7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c08b12-d52c-4a56-8a1c-1a1e5c879a1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0E7D5F-030D-4BEE-BEEB-982C0E7411A8}">
  <ds:schemaRefs>
    <ds:schemaRef ds:uri="http://purl.org/dc/dcmitype/"/>
    <ds:schemaRef ds:uri="http://purl.org/dc/elements/1.1/"/>
    <ds:schemaRef ds:uri="http://schemas.microsoft.com/office/2006/metadata/properties"/>
    <ds:schemaRef ds:uri="68e0659b-6bb0-453c-822e-20225449e76f"/>
    <ds:schemaRef ds:uri="http://schemas.microsoft.com/office/2006/documentManagement/types"/>
    <ds:schemaRef ds:uri="96c08b12-d52c-4a56-8a1c-1a1e5c879a13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A35110A-A179-462D-BDEA-10D16A2B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BD1C96-4E81-4E01-A0F9-216D35D437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e0659b-6bb0-453c-822e-20225449e76f"/>
    <ds:schemaRef ds:uri="96c08b12-d52c-4a56-8a1c-1a1e5c879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102</Words>
  <Application>Microsoft Macintosh PowerPoint</Application>
  <PresentationFormat>Widescreen</PresentationFormat>
  <Paragraphs>96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Tibben</dc:creator>
  <cp:lastModifiedBy>William Tibben</cp:lastModifiedBy>
  <cp:revision>9</cp:revision>
  <dcterms:created xsi:type="dcterms:W3CDTF">2020-08-28T02:00:29Z</dcterms:created>
  <dcterms:modified xsi:type="dcterms:W3CDTF">2020-08-28T11:45:37Z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0x010100E74F1AAEDA5E354A9633C1968F90D6DC</vt:lpwstr>
  </property>
</Properties>
</file>